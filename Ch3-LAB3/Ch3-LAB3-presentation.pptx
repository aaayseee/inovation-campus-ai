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Responses With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Without Document Context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(Retrieval-Augmented Generation) evaluation using LoveLife company documents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Ulaşlı  ·  Samsung Innovation Campus  ·  Unit 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Objective &amp; Method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grounding an AI model in real documents changes answer quality, specificity, and trustworthiness.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2331720"/>
          </a:xfrm>
          <a:prstGeom prst="roundRect">
            <a:avLst>
              <a:gd name="adj" fmla="val 4706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Baseline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Gemini 3 HR/pricing/privacy questions about "LoveLife" with no documents provided.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14800" y="1691640"/>
            <a:ext cx="3246120" cy="2331720"/>
          </a:xfrm>
          <a:prstGeom prst="roundRect">
            <a:avLst>
              <a:gd name="adj" fmla="val 4706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Grounded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89120" y="31089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3 LoveLife source documents (HR policy, API pricing, data privacy) and repeat the same questions.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680960" y="1691640"/>
            <a:ext cx="3246120" cy="2331720"/>
          </a:xfrm>
          <a:prstGeom prst="roundRect">
            <a:avLst>
              <a:gd name="adj" fmla="val 4706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55280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21214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Compare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955280" y="31089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 response sets on accuracy, specificity, grounding, hallucination risk, and trustworthiness.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4343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tested: annual leave &amp; work model · Enterprise API pricing &amp; limits · location-data retention period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892040"/>
            <a:ext cx="10607040" cy="18288"/>
          </a:xfrm>
          <a:prstGeom prst="rect">
            <a:avLst/>
          </a:prstGeom>
          <a:solidFill>
            <a:srgbClr val="E2EEEC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  ·  Chapter 3: AI Foundation Models and Platforms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Grounded Responses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FFF7E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Documents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correctly recognized it had no source for "LoveLife" and refused to invent figures — flagging the company as likely fictional rather than guessing at policy numbers.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971800"/>
            <a:ext cx="4526280" cy="18288"/>
          </a:xfrm>
          <a:prstGeom prst="rect">
            <a:avLst/>
          </a:prstGeom>
          <a:solidFill>
            <a:srgbClr val="FBD9B4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15468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days &amp; work model: not answered — no source available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 price/limit: not answered — no source available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retention: not answered — no source available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06440" y="118872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EDFBF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63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Documents (Grounded)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080760" y="19659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3 LoveLife source documents, Gemini extracted precise, verifiable figures directly matching document content, with no invented details.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80760" y="2971800"/>
            <a:ext cx="4526280" cy="18288"/>
          </a:xfrm>
          <a:prstGeom prst="rect">
            <a:avLst/>
          </a:prstGeom>
          <a:solidFill>
            <a:srgbClr val="BFEDE6"/>
          </a:solidFill>
          <a:ln/>
        </p:spPr>
      </p:sp>
      <p:sp>
        <p:nvSpPr>
          <p:cNvPr id="14" name="Text 10"/>
          <p:cNvSpPr/>
          <p:nvPr/>
        </p:nvSpPr>
        <p:spPr>
          <a:xfrm>
            <a:off x="6080760" y="315468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6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gün ücretli izin (1. yıl) · hibrit: 3 gün uzaktan / 2 gün ofis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6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paketi: sınırsız istek, aylık 2.500 TL'den başlıyor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6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Lokasyon verisi: analiz sonrası tam 30 gün saklanıp siliniyor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Evaluation Against 5 Criteria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0607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60520"/>
                <a:gridCol w="41605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Documents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Documents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answer given; avoided guessing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source figures exactly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numbers or policy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figures: 18 days, 2.500 TL, 30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source at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grounded in the 3 provided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model declined rather than invented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answers traceable to source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Trustworthiness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usable in a real business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enough for real business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623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document grounding removed guesswork and produced answers that were specific, source-backed, and business-ready — directly supporting the case for RAG in enterprise AI systems.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 Matters for Enterprise Use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Char char="•"/>
            </a:pPr>
            <a:r>
              <a:rPr lang="en-US" sz="15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AI is honest but useless for company-specific questions — it correctly refuses rather than hallucinating, but delivers zero business value.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Char char="•"/>
            </a:pPr>
            <a:r>
              <a:rPr lang="en-US" sz="15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grounding turns generic answers into precise, verifiable, and citable ones — critical for HR, pricing, and compliance-sensitive information.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Char char="•"/>
            </a:pPr>
            <a:r>
              <a:rPr lang="en-US" sz="15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reliable enterprise deployment, retrieval must be paired with generation: RAG is what closes the gap between a capable model and a trustworthy answer.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LoveLife RAG Evaluation  ·  Ayşe Ulaşlı  ·  Samsung Innovation Campus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Concept: Comparing Responses With and Without Document Context</dc:title>
  <dc:subject>PptxGenJS Presentation</dc:subject>
  <dc:creator>Ayşe Ulaşlı</dc:creator>
  <cp:lastModifiedBy>Ayşe Ulaşlı</cp:lastModifiedBy>
  <cp:revision>1</cp:revision>
  <dcterms:created xsi:type="dcterms:W3CDTF">2026-07-07T17:43:12Z</dcterms:created>
  <dcterms:modified xsi:type="dcterms:W3CDTF">2026-07-07T17:43:12Z</dcterms:modified>
</cp:coreProperties>
</file>